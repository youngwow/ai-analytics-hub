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04ef221a9c4322" /><Relationship Type="http://schemas.openxmlformats.org/officeDocument/2006/relationships/extended-properties" Target="/docProps/app.xml" Id="R24564cacf48641ce" /><Relationship Type="http://schemas.openxmlformats.org/officeDocument/2006/relationships/officeDocument" Target="/ppt/presentation.xml" Id="Rdc317b98af79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ae3c614c8b4e93"/>
  </p:sldMasterIdLst>
  <p:notesMasterIdLst>
    <p:notesMasterId xmlns:r="http://schemas.openxmlformats.org/officeDocument/2006/relationships" r:id="Re8a619999f0d42e7"/>
  </p:notesMasterIdLst>
  <p:sldIdLst>
    <p:sldId xmlns:r="http://schemas.openxmlformats.org/officeDocument/2006/relationships" id="256" r:id="Ra62fe55e5dd94f8d"/>
    <p:sldId xmlns:r="http://schemas.openxmlformats.org/officeDocument/2006/relationships" id="257" r:id="R460ca0b61b5748b4"/>
    <p:sldId xmlns:r="http://schemas.openxmlformats.org/officeDocument/2006/relationships" id="258" r:id="R2a35f7c89ada4fe2"/>
    <p:sldId xmlns:r="http://schemas.openxmlformats.org/officeDocument/2006/relationships" id="259" r:id="Rb5eb9cae065a4c22"/>
    <p:sldId xmlns:r="http://schemas.openxmlformats.org/officeDocument/2006/relationships" id="260" r:id="Rf054df403d8846fb"/>
    <p:sldId xmlns:r="http://schemas.openxmlformats.org/officeDocument/2006/relationships" id="261" r:id="Rffbdb29fd6824cce"/>
    <p:sldId xmlns:r="http://schemas.openxmlformats.org/officeDocument/2006/relationships" id="262" r:id="R63e699189c824e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a705d1435a471d" /><Relationship Type="http://schemas.openxmlformats.org/officeDocument/2006/relationships/slideMaster" Target="/ppt/slideMasters/slideMaster1.xml" Id="Rf3ae3c614c8b4e93" /><Relationship Type="http://schemas.openxmlformats.org/officeDocument/2006/relationships/notesMaster" Target="/ppt/notesMasters/notesMaster1.xml" Id="Re8a619999f0d42e7" /><Relationship Type="http://schemas.openxmlformats.org/officeDocument/2006/relationships/presProps" Target="/ppt/presProps.xml" Id="R62b41fefa1924413" /><Relationship Type="http://schemas.openxmlformats.org/officeDocument/2006/relationships/tableStyles" Target="/ppt/tableStyles.xml" Id="R41f1c58c6a464829" /><Relationship Type="http://schemas.openxmlformats.org/officeDocument/2006/relationships/slide" Target="/ppt/slides/slide1.xml" Id="Ra62fe55e5dd94f8d" /><Relationship Type="http://schemas.openxmlformats.org/officeDocument/2006/relationships/slide" Target="/ppt/slides/slide2.xml" Id="R460ca0b61b5748b4" /><Relationship Type="http://schemas.openxmlformats.org/officeDocument/2006/relationships/slide" Target="/ppt/slides/slide3.xml" Id="R2a35f7c89ada4fe2" /><Relationship Type="http://schemas.openxmlformats.org/officeDocument/2006/relationships/slide" Target="/ppt/slides/slide4.xml" Id="Rb5eb9cae065a4c22" /><Relationship Type="http://schemas.openxmlformats.org/officeDocument/2006/relationships/slide" Target="/ppt/slides/slide5.xml" Id="Rf054df403d8846fb" /><Relationship Type="http://schemas.openxmlformats.org/officeDocument/2006/relationships/slide" Target="/ppt/slides/slide6.xml" Id="Rffbdb29fd6824cce" /><Relationship Type="http://schemas.openxmlformats.org/officeDocument/2006/relationships/slide" Target="/ppt/slides/slide7.xml" Id="R63e699189c82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09a6c10ac6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b87ddfc1df46c2" /><Relationship Type="http://schemas.openxmlformats.org/officeDocument/2006/relationships/notesMaster" Target="/ppt/notesMasters/notesMaster1.xml" Id="Rbd5d0072adb846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0727d1d7bc499e" /><Relationship Type="http://schemas.openxmlformats.org/officeDocument/2006/relationships/notesMaster" Target="/ppt/notesMasters/notesMaster1.xml" Id="R81846171acff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5133849d3f4029" /><Relationship Type="http://schemas.openxmlformats.org/officeDocument/2006/relationships/notesMaster" Target="/ppt/notesMasters/notesMaster1.xml" Id="R7f88ea74d51143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4cca6c6fd43c5" /><Relationship Type="http://schemas.openxmlformats.org/officeDocument/2006/relationships/notesMaster" Target="/ppt/notesMasters/notesMaster1.xml" Id="R5ed178115ffd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080d6388734e7e" /><Relationship Type="http://schemas.openxmlformats.org/officeDocument/2006/relationships/notesMaster" Target="/ppt/notesMasters/notesMaster1.xml" Id="R51262341c22e40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19f4e8ae114c4c" /><Relationship Type="http://schemas.openxmlformats.org/officeDocument/2006/relationships/notesMaster" Target="/ppt/notesMasters/notesMaster1.xml" Id="Ra1e2f63d290c46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f2eca9b534f6f" /><Relationship Type="http://schemas.openxmlformats.org/officeDocument/2006/relationships/notesMaster" Target="/ppt/notesMasters/notesMaster1.xml" Id="R8c162f4a51db47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d28db71d6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6835f9e5f4f20" /><Relationship Type="http://schemas.openxmlformats.org/officeDocument/2006/relationships/slideLayout" Target="/ppt/slideLayouts/slideLayout1.xml" Id="R2e936c7ba637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36c7ba637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e1bbfd22d41a8" /><Relationship Type="http://schemas.openxmlformats.org/officeDocument/2006/relationships/notesSlide" Target="/ppt/notesSlides/notesSlide1.xml" Id="R277294ced7d348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66cb929154347" /><Relationship Type="http://schemas.openxmlformats.org/officeDocument/2006/relationships/notesSlide" Target="/ppt/notesSlides/notesSlide2.xml" Id="Rcea72525ed424e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3feb69de44407" /><Relationship Type="http://schemas.openxmlformats.org/officeDocument/2006/relationships/notesSlide" Target="/ppt/notesSlides/notesSlide3.xml" Id="Rd83089bad0994d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ec059933f43dd" /><Relationship Type="http://schemas.openxmlformats.org/officeDocument/2006/relationships/notesSlide" Target="/ppt/notesSlides/notesSlide4.xml" Id="Rce0fef2a89de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dbc9868804507" /><Relationship Type="http://schemas.openxmlformats.org/officeDocument/2006/relationships/notesSlide" Target="/ppt/notesSlides/notesSlide5.xml" Id="R86bf33a48bdd48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1999cb4414576" /><Relationship Type="http://schemas.openxmlformats.org/officeDocument/2006/relationships/notesSlide" Target="/ppt/notesSlides/notesSlide6.xml" Id="Rd4706b7dc028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61479bbdf4aec" /><Relationship Type="http://schemas.openxmlformats.org/officeDocument/2006/relationships/notesSlide" Target="/ppt/notesSlides/notesSlide7.xml" Id="R9d2cf729171f43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8CDFC-B1ED-4FB6-A83D-5D801943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AI PRODUCT HACK · ПРОМЕЖУТОЧНЫЙ ЧЕКПОИНТ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9C1D-A822-4C50-9683-F2FA92A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62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Интеллектуальный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аналитический центр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CDE82-1AE7-44D3-9A1C-E78964ED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AB80C-6B7D-4461-82B5-C7FA7C4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«Цифра» / GS Labs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на 4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355815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62436-00A1-45C3-8146-64A51B60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Сейчас повестка собирается вручную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C00D9-A91E-409E-9E54-56D60C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CC767-57FE-4D78-83AD-AFECAFE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PR- и GR-специалист проходит весь путь от источника до готовой выдачи. На мониторинг заявлено 3–4 часа в день.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A0D81-3CDD-4AF7-BE8B-4765542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64293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27E8E-9635-4BA1-B0BD-2AF70A53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источники  →  сбор  →  чтение и отбор</a:t>
            </a:r>
          </a:p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→  значение для GS Labs  →  саммари и важность</a:t>
            </a:r>
          </a:p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→  Excel  →  выдача получателю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AD571-0F7A-4968-89E2-02F0E817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7A96E-A22C-42B7-9A3A-BD166197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2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Разрозненный ручной сбор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10F4-853E-4ED8-A4F3-B9DDA46B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73F89-AEE1-4954-96E4-01B88385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Ручное осмысление материалов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E82C8-CBAC-43BA-A5B0-C839E0D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32879-C516-40FD-B031-6DB499AF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Ручная упаковка и тяжёлый разбор 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7AD44-2498-4EF6-8300-31ABEC78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Источник: описание кейса, Q&amp;A и рабочий Excel</a:t>
            </a:r>
          </a:p>
        </p:txBody>
      </p:sp>
    </p:spTree>
    <p:extLst>
      <p:ext uri="{BB962C8B-B14F-4D97-AF65-F5344CB8AC3E}">
        <p14:creationId xmlns:p14="http://schemas.microsoft.com/office/powerpoint/2010/main" val="957142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2299E-9B62-4DE3-9D1D-4BD8F209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Рабочий контур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F4C1-5276-4776-85D1-3A7C261D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3165B-35B8-4A73-BB48-C79BEB4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80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DE9B5-9105-411A-8DCF-B2FAB64A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1E10B-BBD3-4511-99D8-A669BE7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40720-8787-48F2-974C-3DB46DB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6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СМИ · RSS · сайты регуляторов · Telegram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A6206-9588-43E4-9007-61B23CE4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180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E85B-00C0-4A81-AB7B-C101AEED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43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0354E-535E-42F9-9759-D6BF7F4A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03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1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Сбор и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F7C88-C4F4-493C-9ADF-E75AEB8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3380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6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Получение публикации и сохранение оригинала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ED81D-7512-41FA-B6FE-D76908C5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33625"/>
            <a:ext cx="180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3215E-6B51-48B0-B62E-53175D3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43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66823-013F-4769-9FB6-1C355FA5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03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AI-анализ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598D6-8D36-4AF3-BFB0-1FF92DB8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3380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9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Саммари · категория · важность · значение для GS Labs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22039-3ED7-4483-B346-139320A2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333625"/>
            <a:ext cx="180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99E29-1EA6-4E39-931A-C0484E9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43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5674A-926E-4B6B-ACD3-1C559453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003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События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A763D-DEA5-432A-8AEA-6F726D8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3380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Связанные публикации и версии НПА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50873-80A2-4A6C-ABD0-2F674775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33625"/>
            <a:ext cx="180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E992B-E3E2-4157-B4D6-309C576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43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D2FDA-C2ED-4552-A54E-A0A6EFC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003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Выдача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252E6-FCC6-4531-AB17-BFD1527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3380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6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PR · GR · руководитель · срочно / дайджест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1D82E-47F3-416D-9CD7-8600477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Это рабочая схема на чекпоинт, не финальная архитектура.</a:t>
            </a:r>
          </a:p>
        </p:txBody>
      </p:sp>
    </p:spTree>
    <p:extLst>
      <p:ext uri="{BB962C8B-B14F-4D97-AF65-F5344CB8AC3E}">
        <p14:creationId xmlns:p14="http://schemas.microsoft.com/office/powerpoint/2010/main" val="718446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CF3BC-E7AE-49C9-A866-818A98CD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Четыре продуктовые гипотезы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CAE86-3F93-4691-9747-E93A187D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4AFD9-EEB3-4455-845C-A1C2B35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· Расширенный поиск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69AFC-9C76-46D3-B90C-92108BCA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Найдёт значимые материалы вне заданного списка без неприемлемого шума.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DAD07-7692-44AA-AB76-F1AD6B6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· Ролевая выдача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BC0A-9D76-45E4-8BBA-7E754E3D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Повестка для PR, GR и руководителя станет релевантнее без потери общего критичного.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8FE14-451C-4273-8E37-A30E74E6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· События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D392-21E2-49C1-9058-3422AA2F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Связанные публикации сократят объём просмотра без потери уникальных фактов и позиций.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B81CF-3999-4787-8A27-17B37675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· Два режима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42CBD-F858-45BE-AB6D-017D2CA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Срочные сигналы вместе с дайджестом ускорят доставку критичного без перегруза.</a:t>
            </a:r>
          </a:p>
        </p:txBody>
      </p:sp>
    </p:spTree>
    <p:extLst>
      <p:ext uri="{BB962C8B-B14F-4D97-AF65-F5344CB8AC3E}">
        <p14:creationId xmlns:p14="http://schemas.microsoft.com/office/powerpoint/2010/main" val="593531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6B0E2-E637-4A7E-8124-05D76270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Технический прогресс пока частичный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05A2C-54FF-45FB-A946-FAF53DB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703BD-7AC6-4032-9711-212B82B1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79975-71A8-4B82-A38B-003D7DBE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2387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37143-F3CE-4743-8A96-981F8DDC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619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3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RSS выбранных PR/GR-источников отдаёт title и 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Для части сайтов работает извлечение полного текста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Telegram-каналы проверяются через сервисный аккаунт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Проблемные источники можно отключать от сбора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780DE-E5C8-467A-92CD-CC96F0E7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Ещё не закрыто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AA735-476D-41F4-811A-83E6B7CC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387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81255-F91B-4A7E-845E-0582B38F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19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Универсальный способ извлечения текста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Открытые API и прямой парсинг части GR-источников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LLM-поиск и источники для руководителей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Единый end-to-end сценарий и измеренные результаты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A9357-D467-4DF7-85A4-D0269B4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Вывод: способы сбора финализируются; готовый продукт пока не заявляем.</a:t>
            </a:r>
          </a:p>
        </p:txBody>
      </p:sp>
    </p:spTree>
    <p:extLst>
      <p:ext uri="{BB962C8B-B14F-4D97-AF65-F5344CB8AC3E}">
        <p14:creationId xmlns:p14="http://schemas.microsoft.com/office/powerpoint/2010/main" val="1199670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F88B8-F8BA-4C06-BE1B-85C1EA6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Проверять будем на одинаковом потоке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B1AA3-D7F8-4FF9-A20C-73E4AF34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4E650-573B-4BEE-82E5-B66BAF8C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Benchmark GS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F98CE-56EF-456E-BE95-452C7F52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Реалистичные новости, НПА, шум, дубли, связанные события и разные адресаты — с заранее заданной правильной разметкой.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3B216-9E1D-40D8-93A3-F4BD30C9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5715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E36C6-89EA-49EF-9A4F-AB30142C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Excel  ↔ 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9E1D5-335B-443D-843D-A479667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Сравниваем на одном входе: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время подготовки и разбора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критические пропуски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фактическую точность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релевантность и приоритет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дедупликацию и ручные исправления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732D7-8620-4548-8CF4-7DEB003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Фактические результаты проверки ещё не получены.</a:t>
            </a:r>
          </a:p>
        </p:txBody>
      </p:sp>
    </p:spTree>
    <p:extLst>
      <p:ext uri="{BB962C8B-B14F-4D97-AF65-F5344CB8AC3E}">
        <p14:creationId xmlns:p14="http://schemas.microsoft.com/office/powerpoint/2010/main" val="1801235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F43F8-84ED-494F-9E71-11323835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Команда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C0298-E151-4A1D-88ED-62CA3CF4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EE992-5B90-4A4B-B8AA-D9AD441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Денис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5A953-4C5A-48A4-B198-39FC9F19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AI Product</a:t>
            </a:r>
          </a:p>
          <a:p xmlns:a="http://schemas.openxmlformats.org/drawingml/2006/main">
            <a:pPr algn="l">
              <a:def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Контекст, проблемы, гипотезы, критерии проверки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48E62-44F4-4F12-B7F0-B9D3D85E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Никита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D6F98-95D3-491D-8D18-E54F84B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76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AI Engineer</a:t>
            </a:r>
          </a:p>
          <a:p xmlns:a="http://schemas.openxmlformats.org/drawingml/2006/main">
            <a:pPr algn="l">
              <a:def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Backend, сбор и парсинг источников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47348-D761-43D9-A35E-2C5466EA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08792-FB2C-4594-BAAA-C270A7F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AI Engineer</a:t>
            </a:r>
          </a:p>
          <a:p xmlns:a="http://schemas.openxmlformats.org/drawingml/2006/main">
            <a:pPr algn="l">
              <a:def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Backend, сбор и парсинг источников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6F25C-199E-42A4-B0C7-BCBEA1B0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125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07E6C-9E01-4E41-AEE7-A33975FE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Дальше: финализировать сбор → собрать benchmark → реализовать обязательную обработку → проверить E2E против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6B927-4C99-4EF8-9527-1BEE37B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16A"/>
                </a:solidFill>
                <a:latin typeface="Helvetica Neue"/>
                <a:ea typeface="Helvetica Neue"/>
                <a:cs typeface="Helvetica Neue"/>
              </a:rPr>
              <a:t>github.com/youngwow/ai-analytics-hub</a:t>
            </a:r>
          </a:p>
        </p:txBody>
      </p:sp>
    </p:spTree>
    <p:extLst>
      <p:ext uri="{BB962C8B-B14F-4D97-AF65-F5344CB8AC3E}">
        <p14:creationId xmlns:p14="http://schemas.microsoft.com/office/powerpoint/2010/main" val="1221546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2026-09-04T00:07:57.7500000Z</dcterms:created>
  <dcterms:modified xsi:type="dcterms:W3CDTF">2026-09-04T00:07:57.7500000Z</dcterms:modified>
</coreProperties>
</file>